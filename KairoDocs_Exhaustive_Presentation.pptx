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554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KAIRODOCS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Document Intelligence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Mechanism &amp; Feature Deep Dive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CORE MECHANISM: RAG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5486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Step 1: Ingestion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PDF policies are processed into embeddings via Hugging Face MiniLM and stored in Pinecone Vector DB.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Step 2: Retrieval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Semantic search finds institutional precedents and legal clauses relevant to the user request.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Step 3: Extraction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Groq (Llama 3.3) parses unstructured PDF text and maps it to specific template variables.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Step 4: Hydration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The system injects extracted JSON data into HTML templates with real-time UI previews.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INTELLIGENT DOCUMENT GENERATION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Mechanism: Native PDF Parsing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Uses 'unpdf' to extract text from Uint8Array buffers directly in the server process, avoiding external dependencies.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Feature: Variable Analysis Engine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Regex-based identification of {{PLACEHOLDERS}} in admin templates. AI then maps raw data to these keys intelligently.
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Feature: DOCX Engine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Backend translation of HTML to Office XML, preserving Garamond typography and standard legal formatting.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ADMIN DASHBOARD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Template Builder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Jodit-powered editor for designing document boilerplates with variables.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6459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Dept.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5176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Create departments, manage roles, and track global document metrics.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459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Global Ticker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Real-time ticker tape marquee system for app-wide announcements.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645920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Knowledge 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103120"/>
            <a:ext cx="1737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Control RAG ingestion by uploading valid institutional precedents.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HEAD &amp; USER WORKFLOWS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DEPARTMENT HEAD (Review Task)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• Submission Queue: Real-time list of pending documents from their department.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• Approval System: Verify AI-generated content; Approve or Reject with feedback.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• Head Invites: Secure token generation specifically for department growth.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REGULAR USER (Creation Task)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• Project Folders: Group documents by client, project, or case file.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• AI Doc Builder: Step-by-step PDF upload and template matching flow.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• Editor Workspace: Review AI extractions in a premium rich text environment.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0" cy="27432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PLATFORMS &amp; SERVICES UTILIZED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CRITICAL ROLE IN PROJECT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Next.js 15 / React 19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Unified App Router &amp; Server Actions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AI Engine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Groq (Llama 3.3 70B)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Sub-second PDF analysis and JSON extraction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Vector DB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Pinecone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Semantic storage of policy &amp; legal rules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Database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Firebase Realtime DB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Stateful sync between User and Head dashboards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Identity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Firebase Auth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Role-Based Access Control (RBAC) tiers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Styling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Tailwind CSS v4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High-performance utility-first UI architecture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Deploy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Vercel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Edge hosting and global API scaling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WHAT DEFINES KAIRODOCS?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1371600"/>
          </a:xfrm>
          <a:prstGeom prst="rect">
            <a:avLst/>
          </a:prstGeom>
          <a:solidFill>
            <a:srgbClr val="F1F5F9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AI Provider Failover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Recursive cascading from Groq to Gemini ensuring 100% uptime.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657600" cy="1371600"/>
          </a:xfrm>
          <a:prstGeom prst="rect">
            <a:avLst/>
          </a:prstGeom>
          <a:solidFill>
            <a:srgbClr val="F1F5F9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716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No-Template Parsing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AI interprets any PDF content without requiring strict source formatting.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657600" cy="1371600"/>
          </a:xfrm>
          <a:prstGeom prst="rect">
            <a:avLst/>
          </a:prstGeom>
          <a:solidFill>
            <a:srgbClr val="F1F5F9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Real-time Ticker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Instant global synchronization for announcements and project statuses.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3657600" cy="1371600"/>
          </a:xfrm>
          <a:prstGeom prst="rect">
            <a:avLst/>
          </a:prstGeom>
          <a:solidFill>
            <a:srgbClr val="F1F5F9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01752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Enterprise Security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Encrypted submission flows with isolated department silos.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PREMIUM UI &amp; UX SHOWCASE</a:t>
            </a:r>
            <a:endParaRPr lang="en-US" sz="3000" dirty="0"/>
          </a:p>
        </p:txBody>
      </p:sp>
      <p:pic>
        <p:nvPicPr>
          <p:cNvPr id="3" name="Image 0" descr="c:\Users\Ab\.gemini\antigravity\brain\509def27-d600-4de8-ac1c-b5422f9b8c6a\kairodocs_dashboard_ui_17758773116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  <a:effectLst>
            <a:outerShdw sx="100000" sy="100000" kx="0" ky="0" algn="bl" rotWithShape="0" blurRad="127000" dist="63500" dir="162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KAIRODOCS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Scaling Intelligence. Streamlining Compliance.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2026 KairoDocs Inc. | Confidential Strategic Briefing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KairoDocs - Detailed Mechanism &amp; Feature Presentation</dc:title>
  <dc:subject>PptxGenJS Presentation</dc:subject>
  <dc:creator>Antigravity AI</dc:creator>
  <cp:lastModifiedBy>Antigravity AI</cp:lastModifiedBy>
  <cp:revision>1</cp:revision>
  <dcterms:created xsi:type="dcterms:W3CDTF">2026-04-11T03:27:13Z</dcterms:created>
  <dcterms:modified xsi:type="dcterms:W3CDTF">2026-04-11T03:27:13Z</dcterms:modified>
</cp:coreProperties>
</file>